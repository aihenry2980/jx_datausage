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-1600" y="-9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86AF-D599-9114-E098-C5BD26478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051BF-307E-372A-F67B-1A1532135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B1D4F-9351-E08B-C68C-1B86B449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9FE57-0E1E-E30E-A7B2-8AD63D2C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A38A0-E062-6866-1DE7-F22EECE7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6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3FBA-46F2-4EF1-40BA-B83F387A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7A6B-CEBB-9B48-AAB9-971E5C9DE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4D7E1-7561-BB22-EBA6-3D45E88E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08843-668C-60BB-FF1F-35F9A1FF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4312-911A-95D5-4DB1-6EB99687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3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0FA8-2D51-E461-19CE-45BDF9AB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2389B-E182-BE14-7F91-3A02D45F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3507D-0805-17F3-6747-07307535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64F4A-E949-9ADD-3340-8B002C8F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2226E-C117-1B54-C1E5-03A301F5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2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F2D1-56CC-F161-CBFD-C10FD498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CAAC-871B-DFEC-B347-031AC8930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DD449-E0B4-1D0E-A9E8-3377217A7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7C009-2735-B154-C4AB-1B18BC4C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E2CCE-188A-1CE8-3D61-73FB7997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11886-0714-F6B5-63D0-173226F8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5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3FE1-BD96-87FD-3A41-2B4939C7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4ACAE-C691-22CB-BB0D-5EEDE4F65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D68B2-7789-F347-CF38-611141A81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75F42-C9B2-4C77-C504-A2655B9FD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604DB-FE57-AC6F-8D8D-B96F91261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416A5-D23E-050B-684A-56E720E6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BEEEA-4804-3472-7D65-0BC6627C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DAD44-33A3-32AA-29B2-48AAF94A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4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80CB-C268-128B-A523-67CDEBC2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41AC1-155E-2095-2662-0FE43982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F1B84-0DCD-173C-63C7-927087A4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69449-CCF5-88B7-6987-3893A66C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7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5D79D-E916-6E33-0E9B-583EA476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C7EFB-B35B-30B5-5DC5-A4AC28C2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70249-122C-0817-2FCC-CF1E14D7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C3A7-FC25-3D81-C2EF-9B53004E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2BBF-2FF7-6107-3DB9-798E897FD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0BBED-51A1-E7B3-4E4C-044691320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F224F-1B18-826A-9D01-9ADEB7AA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25B55-C043-772A-190A-5044B407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EE05F-2192-D4DF-5E31-538A16FF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2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8E86-B4FA-6543-311F-6DD835B9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CB2EDE-0C61-3278-DE39-DAF2A52E5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739D6-6759-4D6C-C1D4-A7E259565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4491E-8F61-191E-658F-8D18837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84D6D-9BFB-D30A-56EA-306E9DB6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5024D-E60B-DBCB-EDFF-21E38E32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3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D68F-BF8A-8EBA-0D82-74C441E69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BA47B-3B03-F309-AA6F-735871591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F367F-9414-3682-425C-43087AD8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9259-4BC6-EB0E-79F2-BC40421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C5680-AB01-F1BE-A55D-8414FBA9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9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D46872-66FE-4433-7D2B-56BA540AC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4CC08-5E32-2E5C-36AE-DB65F55C2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2B77E-DB02-ECDD-93CB-1B17DC9F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31B1D-86A1-900F-42EE-96F38239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5BE3E-6E10-D065-2F17-5E06CCB4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0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BCD08-96CA-52F0-3ACF-1F423059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6600D-1584-89EA-A673-961B7A291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17E3-EC4B-851C-2973-807926DE3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77824-234F-42B6-BCAD-F9B9B305279B}" type="datetimeFigureOut">
              <a:rPr lang="en-US" smtClean="0"/>
              <a:t>2026-02-15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DE89-C230-8BE9-0FA4-76CA20EB7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212AF-1DF1-0C07-22D3-019F5D1B9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5A83C-F99A-47EC-B4FD-982CF70CB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9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895A-F7F0-EF40-E16C-A12637FBD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AA00A-3910-F454-6B9D-83872E508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2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6C04AF-2775-608E-C285-95934143B11A}"/>
              </a:ext>
            </a:extLst>
          </p:cNvPr>
          <p:cNvSpPr/>
          <p:nvPr/>
        </p:nvSpPr>
        <p:spPr>
          <a:xfrm>
            <a:off x="2632745" y="1667170"/>
            <a:ext cx="124123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9C46D-0B91-47A9-8DCB-899AB8D01D4F}"/>
              </a:ext>
            </a:extLst>
          </p:cNvPr>
          <p:cNvSpPr/>
          <p:nvPr/>
        </p:nvSpPr>
        <p:spPr>
          <a:xfrm>
            <a:off x="2819515" y="2358759"/>
            <a:ext cx="8226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2815D-4A82-AF39-D1F1-5A28CD157884}"/>
              </a:ext>
            </a:extLst>
          </p:cNvPr>
          <p:cNvSpPr/>
          <p:nvPr/>
        </p:nvSpPr>
        <p:spPr>
          <a:xfrm>
            <a:off x="2647351" y="3005506"/>
            <a:ext cx="146847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C32729-2D22-1568-C2C4-419724EFA3DC}"/>
              </a:ext>
            </a:extLst>
          </p:cNvPr>
          <p:cNvSpPr/>
          <p:nvPr/>
        </p:nvSpPr>
        <p:spPr>
          <a:xfrm>
            <a:off x="4148553" y="1885658"/>
            <a:ext cx="2252247" cy="23320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4BBFE-BD62-29E1-B01E-DB25CB71E6B1}"/>
              </a:ext>
            </a:extLst>
          </p:cNvPr>
          <p:cNvSpPr txBox="1"/>
          <p:nvPr/>
        </p:nvSpPr>
        <p:spPr>
          <a:xfrm>
            <a:off x="6400800" y="1817593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1.5</a:t>
            </a:r>
            <a:r>
              <a:rPr lang="en-US" altLang="zh-CN" dirty="0"/>
              <a:t>G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BA7DEC-1B58-8800-4A3C-CEC0A5346429}"/>
              </a:ext>
            </a:extLst>
          </p:cNvPr>
          <p:cNvSpPr/>
          <p:nvPr/>
        </p:nvSpPr>
        <p:spPr>
          <a:xfrm>
            <a:off x="7061558" y="1885658"/>
            <a:ext cx="1548531" cy="233203"/>
          </a:xfrm>
          <a:prstGeom prst="roundRect">
            <a:avLst/>
          </a:prstGeom>
          <a:solidFill>
            <a:srgbClr val="FF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C665C-281A-4A11-B29F-E00D5B41E65D}"/>
              </a:ext>
            </a:extLst>
          </p:cNvPr>
          <p:cNvSpPr txBox="1"/>
          <p:nvPr/>
        </p:nvSpPr>
        <p:spPr>
          <a:xfrm>
            <a:off x="8610089" y="1817593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  <a:r>
              <a:rPr lang="en-US" altLang="zh-CN" dirty="0"/>
              <a:t>G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62F6C7-5482-5A19-EBCE-4F5840CFD5C3}"/>
              </a:ext>
            </a:extLst>
          </p:cNvPr>
          <p:cNvSpPr/>
          <p:nvPr/>
        </p:nvSpPr>
        <p:spPr>
          <a:xfrm>
            <a:off x="4148553" y="2532405"/>
            <a:ext cx="1614008" cy="23320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E7CBB-03F7-3534-C626-AFB73D7BBCBC}"/>
              </a:ext>
            </a:extLst>
          </p:cNvPr>
          <p:cNvSpPr txBox="1"/>
          <p:nvPr/>
        </p:nvSpPr>
        <p:spPr>
          <a:xfrm>
            <a:off x="5762561" y="246434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1.2</a:t>
            </a:r>
            <a:r>
              <a:rPr lang="en-US" altLang="zh-CN" dirty="0"/>
              <a:t>G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ABB34A-4EA6-7209-6E35-239FF4543E4E}"/>
              </a:ext>
            </a:extLst>
          </p:cNvPr>
          <p:cNvSpPr/>
          <p:nvPr/>
        </p:nvSpPr>
        <p:spPr>
          <a:xfrm>
            <a:off x="6423319" y="2532405"/>
            <a:ext cx="1241685" cy="23320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73909-86E2-BEC3-A900-900D2D30E66C}"/>
              </a:ext>
            </a:extLst>
          </p:cNvPr>
          <p:cNvSpPr txBox="1"/>
          <p:nvPr/>
        </p:nvSpPr>
        <p:spPr>
          <a:xfrm>
            <a:off x="7665004" y="246434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  <a:r>
              <a:rPr lang="en-US" altLang="zh-CN" dirty="0"/>
              <a:t>G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C2A14C-9DFC-B224-9DAB-381AD6C82829}"/>
              </a:ext>
            </a:extLst>
          </p:cNvPr>
          <p:cNvSpPr/>
          <p:nvPr/>
        </p:nvSpPr>
        <p:spPr>
          <a:xfrm>
            <a:off x="4148553" y="3241286"/>
            <a:ext cx="938948" cy="23320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BC510-A5E6-E4D9-649F-15870148596F}"/>
              </a:ext>
            </a:extLst>
          </p:cNvPr>
          <p:cNvSpPr txBox="1"/>
          <p:nvPr/>
        </p:nvSpPr>
        <p:spPr>
          <a:xfrm>
            <a:off x="5087501" y="317322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  <a:r>
              <a:rPr lang="en-US" altLang="zh-CN" dirty="0"/>
              <a:t>G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FCE6EB-E9EE-2324-5895-0ED55CAC2558}"/>
              </a:ext>
            </a:extLst>
          </p:cNvPr>
          <p:cNvSpPr/>
          <p:nvPr/>
        </p:nvSpPr>
        <p:spPr>
          <a:xfrm>
            <a:off x="5782985" y="3241286"/>
            <a:ext cx="660758" cy="23320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85670-B603-B300-32A4-3B7FA7C26FFD}"/>
              </a:ext>
            </a:extLst>
          </p:cNvPr>
          <p:cNvSpPr txBox="1"/>
          <p:nvPr/>
        </p:nvSpPr>
        <p:spPr>
          <a:xfrm>
            <a:off x="6443743" y="317322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r>
              <a:rPr lang="en-US" altLang="zh-CN" dirty="0"/>
              <a:t>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86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[1학년 3반]김이현</dc:creator>
  <cp:lastModifiedBy>[1학년 3반]김이현</cp:lastModifiedBy>
  <cp:revision>1</cp:revision>
  <dcterms:created xsi:type="dcterms:W3CDTF">2026-02-15T12:31:43Z</dcterms:created>
  <dcterms:modified xsi:type="dcterms:W3CDTF">2026-02-15T12:31:53Z</dcterms:modified>
</cp:coreProperties>
</file>